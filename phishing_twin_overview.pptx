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Twin guess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urgency</c:v>
                  </c:pt>
                  <c:pt idx="1">
                    <c:v>authority</c:v>
                  </c:pt>
                  <c:pt idx="2">
                    <c:v>it_login</c:v>
                  </c:pt>
                  <c:pt idx="3">
                    <c:v>hr_payroll</c:v>
                  </c:pt>
                  <c:pt idx="4">
                    <c:v>billing</c:v>
                  </c:pt>
                  <c:pt idx="5">
                    <c:v>false_report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0.4</c:v>
                </c:pt>
                <c:pt idx="2">
                  <c:v>0.62</c:v>
                </c:pt>
                <c:pt idx="3">
                  <c:v>0.8</c:v>
                </c:pt>
                <c:pt idx="4">
                  <c:v>0.6</c:v>
                </c:pt>
                <c:pt idx="5">
                  <c:v>0.27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(hidden)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urgency</c:v>
                  </c:pt>
                  <c:pt idx="1">
                    <c:v>authority</c:v>
                  </c:pt>
                  <c:pt idx="2">
                    <c:v>it_login</c:v>
                  </c:pt>
                  <c:pt idx="3">
                    <c:v>hr_payroll</c:v>
                  </c:pt>
                  <c:pt idx="4">
                    <c:v>billing</c:v>
                  </c:pt>
                  <c:pt idx="5">
                    <c:v>false_report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0.63</c:v>
                </c:pt>
                <c:pt idx="1">
                  <c:v>0.65</c:v>
                </c:pt>
                <c:pt idx="2">
                  <c:v>0.51</c:v>
                </c:pt>
                <c:pt idx="3">
                  <c:v>0.85</c:v>
                </c:pt>
                <c:pt idx="4">
                  <c:v>0.19</c:v>
                </c:pt>
                <c:pt idx="5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B2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49808" y="379476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25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49808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Digital Twin Simulation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49808" y="3794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who will click — without being allowed to see the answer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 ·  fictional data only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92024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9202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1920240"/>
            <a:ext cx="164592" cy="164592"/>
          </a:xfrm>
          <a:prstGeom prst="ellipse">
            <a:avLst/>
          </a:prstGeom>
          <a:solidFill>
            <a:srgbClr val="F6AE2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7498080" cy="1325880"/>
          </a:xfrm>
          <a:prstGeom prst="roundRect">
            <a:avLst>
              <a:gd name="adj" fmla="val 689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7190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training is slow and reactive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762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staff get tricked before anyone knows who was at risk.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7498080" cy="1325880"/>
          </a:xfrm>
          <a:prstGeom prst="roundRect">
            <a:avLst>
              <a:gd name="adj" fmla="val 689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3832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2735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who will click first?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307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training at the people most likely to fall for an attack.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7498080" cy="1325880"/>
          </a:xfrm>
          <a:prstGeom prst="roundRect">
            <a:avLst>
              <a:gd name="adj" fmla="val 689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937760"/>
            <a:ext cx="777240" cy="777240"/>
          </a:xfrm>
          <a:prstGeom prst="ellipse">
            <a:avLst/>
          </a:prstGeom>
          <a:solidFill>
            <a:srgbClr val="F6AE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937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8280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 safely in simulation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52852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people or data — fake hospital, fake staff, fake emails.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0" y="1554480"/>
            <a:ext cx="3291840" cy="2880360"/>
          </a:xfrm>
          <a:prstGeom prst="roundRect">
            <a:avLst>
              <a:gd name="adj" fmla="val 3175"/>
            </a:avLst>
          </a:prstGeom>
          <a:solidFill>
            <a:srgbClr val="0B2A33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staff simulated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real people  ·  0 real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four pieces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fake staff, each with secret click chances (hidden_probs).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830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human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an email: click, report, or ignore.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114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behaviour — never allowed to see the secrets.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114800"/>
            <a:ext cx="731520" cy="731520"/>
          </a:xfrm>
          <a:prstGeom prst="ellipse">
            <a:avLst/>
          </a:prstGeom>
          <a:solidFill>
            <a:srgbClr val="F6AE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and rushed = more clicks (night, very busy).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make_people.py  ·  persona.py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64992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487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1344" y="16459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81344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487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7696" y="16459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97696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24871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billing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375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337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traits  (anyone can see)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1148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department, shift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(low / med / high)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(normal / busy / very busy)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3375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E457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337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hidden_probs  (the secret answer key)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1148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click chance for each cue: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authority, it_login,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hr_payroll, billing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false_report (flagging a real email)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cues — how a fake email tricks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288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67128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and fear: “act now or lose access.”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8288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67128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Pretends to be the boss or someone senior.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40156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3401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2644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it_login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739896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or password-reset page.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081528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3401568"/>
            <a:ext cx="731520" cy="731520"/>
          </a:xfrm>
          <a:prstGeom prst="ellipse">
            <a:avLst/>
          </a:prstGeom>
          <a:solidFill>
            <a:srgbClr val="0250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73952" y="3401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32644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hr_payroll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739896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payslip, HR or benefits bait.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54296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4974336"/>
            <a:ext cx="731520" cy="731520"/>
          </a:xfrm>
          <a:prstGeom prst="ellipse">
            <a:avLst/>
          </a:prstGeom>
          <a:solidFill>
            <a:srgbClr val="F6AE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" y="4974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48371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31266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invoice or payment request.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654296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BE9E3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4974336"/>
            <a:ext cx="731520" cy="7315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73952" y="4974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48371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false_report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31266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 one out: flagging a REAL email by mistake.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simulated human — and the situation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human.py  ·  situation.py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468880" y="16002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888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email the human rolls the dice against its hidden chance.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E8F3F2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person, same phishing email — the moment changes everything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97764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· normal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397764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34840" y="4114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situation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397764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955280" y="4114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Chaotic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· very busy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digital twin — and its one rule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learns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simple counters per person.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each action: clicked or not.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= a / (a + b).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makes the guess sharper.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94960"/>
            <a:ext cx="493776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 →  human acts  →  update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0B2A33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twin NEVER reads hidden_probs.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learns from the actions it sees.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931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If it could peek at the answer key it would be right every time — and prove nothing. The whole test is whether it can guess from the outside.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so far — twin guess vs reality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66760" y="1463040"/>
            <a:ext cx="3291840" cy="4663440"/>
          </a:xfrm>
          <a:prstGeom prst="roundRect">
            <a:avLst>
              <a:gd name="adj" fmla="val 2778"/>
            </a:avLst>
          </a:prstGeom>
          <a:solidFill>
            <a:srgbClr val="0B2A33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5953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1945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hr_payroll: within 0.05 — lots of samples.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far off — the twin saw it once or twice.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= closer guess.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5623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person, 30 emails)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fake staff + personas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human (click / report / ignore)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layer (time + workload)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that learns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scripts for every piece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FB4B4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5544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6AE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simulation loop (main.py)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twin situation-aware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experiment: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feedback make people click less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does feedback reduce clicking?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49808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twin can already learn a person's phishing habits by watching — without seeing their secrets. The next phase tests whether good feedback actually changes behaviour.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19202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1920240"/>
            <a:ext cx="164592" cy="164592"/>
          </a:xfrm>
          <a:prstGeom prst="ellipse">
            <a:avLst/>
          </a:prstGeom>
          <a:solidFill>
            <a:srgbClr val="F6AE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Digital Twin Simulation</dc:title>
  <dc:subject>PptxGenJS Presentation</dc:subject>
  <dc:creator>Phishing Twin project</dc:creator>
  <cp:lastModifiedBy>Phishing Twin project</cp:lastModifiedBy>
  <cp:revision>1</cp:revision>
  <dcterms:created xsi:type="dcterms:W3CDTF">2026-10-06T16:55:03Z</dcterms:created>
  <dcterms:modified xsi:type="dcterms:W3CDTF">2026-10-06T16:55:03Z</dcterms:modified>
</cp:coreProperties>
</file>